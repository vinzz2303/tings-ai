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TING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&amp; WEALTH INTELLIGENCE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SaaS untuk HNW &amp; Ritel Serius.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Anti-gamifikasi. Murni analitik.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REALITA PASAR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7"/>
                </a:solidFill>
              </a:rPr>
              <a:t>Data (2024): 12.1 Juta investor ritel di Indonesia.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Titik Lemah 1: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90% investor ritel rugi karena trading emosional &amp; UI broker yang digamifikasi (memicu impulse buying).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Titik Lemah 2: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Banjir informasi (noise) tak berdasar dari grup Telegram/WhatsApp, tanpa konteks makro-ekonomi yang jelas.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Kesenjangan (The Gap):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Bloomberg Terminal seharga Rp 380 Jt/tahun. Ritel tidak memiliki alternatif profesional berbiaya rendah.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REALITA PRODUK (TING AI)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Telah Tayang (Live): app.tingsai.my.id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1. Intelijen Proaktif ('Komando Pagi'):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Memproses ratusan titik data makro menjadi satu instruksi taktis harian yang siap dieksekusi.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2. Simulator Risiko Real-time: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Menguji ketahanan (stress-test) portofolio terhadap skenario pasar turun -5% atau -10% secara instan.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B26B"/>
                </a:solidFill>
              </a:rPr>
              <a:t>3. Industrial Brutalist UI: </a:t>
            </a:r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Antarmuka gelap, kaku, dan monospace. Memaksa pembacaan logika dan mengeliminasi perjudian emosional.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EKONOMI &amp; MODEL BISNIS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Model: Freemium B2C SaaS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SAM (Investor Aktif):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4.000.000 Pengguna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Target Konversi (1%):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40.000 Pengguna Berbayar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Harga Pro Tier: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Rp 99.000 / bulan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Proyeksi ARR (Pendapatan Berulang Tahunan):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Rp 47.5 Miliar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Gross Margin (Laba Kotor):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85% (Optimalisasi caching API &amp; arsitektur Edge server)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KEUNGGULAN KOMPETITIF (MOAT)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1. Nol Konflik Kepentingan: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Kami BUKAN broker. Kami tidak mengeruk untung dari komisi transaksi beli/jual. Tujuan AI kami murni pelestarian kekayaan (wealth preservation).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2. Retensi Melalui 'Decision Journal':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Pengguna mencatat tesis logis sebelum membeli saham. Retensi pengguna harian (DAU) sangat tinggi melalui notifikasi 'Komando Pagi'.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3. Pemosisian Psikologis: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Saat kompetitor memburu pemula dengan UI warna-warni layaknya game, kami menargetkan uang serius (portofolio bernilai puluhan hingga ratusan juta).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PENAWARAN (THE ASK)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FBA"/>
                </a:solidFill>
              </a:rPr>
              <a:t>Targeting: Pendanaan Pre-Seed Rp 2.4 Miliar ($150,000)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0BF"/>
                </a:solidFill>
              </a:rPr>
              <a:t>Runway (Napas Bisnis): 18 Bulan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Alokasi Dana: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• 50% Engineering: Fine-tuning LLM (AI), akses API data pasar proprietary secara real-time.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• 30% Akuisisi Pengguna: Kemitraan eksklusif KOL (Influencer saham fundamental), distribusi via edukator B2B2C.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• 20% Operasional &amp; Legal: Pendirian PT, lisensi regulasi PSE Kominfo.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GOAL: 5.000 Pengguna Berbayar (ARR Rp 6 Miliar) dalam 12 Bulan ke depan.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2026-08-03T14:14:55Z</dcterms:created>
  <dcterms:modified xsi:type="dcterms:W3CDTF">2026-08-03T14:14:55Z</dcterms:modified>
</cp:coreProperties>
</file>