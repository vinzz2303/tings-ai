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TING AI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E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&amp; WEALTH INTELLIGENCE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SaaS untuk HNW &amp; Ritel Serius. Anti-gamifikasi. Murni analitik.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REALITA PASAR (THE PROBLEM)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2F7"/>
                </a:solidFill>
              </a:rPr>
              <a:t>Data (2024): 12.1 Juta investor ritel di Indonesia.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1. Information Overload: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Investor dibanjiri rumor tanpa filter makro-ekonomi yang jelas.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2. Keputusan Emosional: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90% investor ritel rugi karena UI aplikasi broker memicu impulse trading.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3. Kesenjangan Alat: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Bloomberg Terminal berharga Rp 380 Jt/tahun. Ritel hanya dibekali chart kosong.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SOLUSI: TING AI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BFBA"/>
                </a:solidFill>
              </a:rPr>
              <a:t>Bukan memberi sinyal, tapi menyadarkan realita.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Ting AI dirancang sebagai teman diskusi (Thinking Partner) agar investor bisa membaca konteks pasar dan kelemahan portofolionya sendiri sebelum bertindak.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22860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0BF"/>
                </a:solidFill>
              </a:rPr>
              <a:t>[ GAMBAR 1: Bukan memberi sinyal... 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KOMANDO PAGI &amp;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Proactive 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Mencerna ratusan titik data makro menjadi instruksi taktis harian. Desain Brutalist UI membuang euforia emosional dan memaksa ketenangan logis.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22860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0BF"/>
                </a:solidFill>
              </a:rPr>
              <a:t>[ GAMBAR 2: Dashboard Morning Command 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PULSE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Konteks Makro Sekali Lirik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Pantau komoditas, kripto, saham AS, dan IHSG secara bersamaan. Pahami tekanan likuiditas sebelum masuk ke market.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22860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0BF"/>
                </a:solidFill>
              </a:rPr>
              <a:t>[ GAMBAR 3: Explore Intelligence 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PROBABILITY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Simulasi Probabilitas Matematis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AI kami menghitung skenario Bullish vs Bearish berdasarkan momentum historikal (1-2 minggu).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22860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0BF"/>
                </a:solidFill>
              </a:rPr>
              <a:t>[ GAMBAR 4: AI Probability Scenarios 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WHALE RADAR (COT)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Membaca Posisi Institusi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Melacak aliran dana Hedge Fund vs Komersial. Memberikan ritel visibilitas institusional.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22860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0BF"/>
                </a:solidFill>
              </a:rPr>
              <a:t>[ GAMBAR 5: Commodity Whale Radar 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 CALENDAR &amp; FOMC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Antisipasi Event Berisiko Tinggi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Menyajikan hitung mundur (countdown) menuju rapat FOMC, rilis data Non-Farm Payrolls (NFP), dan CPI, lengkap dengan ekspektasi pasar (Rate Cut probabilities).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22860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0BF"/>
                </a:solidFill>
              </a:rPr>
              <a:t>[ GAMBAR 6: FOMC Meeting &amp; Economic Calendar 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MACRO &amp; ALPHA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Indikator Makro AS &amp; Sinyal 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Memantau Fear &amp; Greed Index, yield obligasi AS (2Y &amp; 10Y), serta memberikan 'Tings AI Briefing' dan sinyal Alpha secara langsung tanpa perlu membaca chart rumit.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22860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0BF"/>
                </a:solidFill>
              </a:rPr>
              <a:t>[ GAMBAR 7: Global Macro &amp; Alpha Signals 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NEWS INTELLIGENCE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FBA"/>
                </a:solidFill>
              </a:rPr>
              <a:t>Analisis Sentimen Otomatis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7"/>
                </a:solidFill>
              </a:rPr>
              <a:t>Mesin NLP (Natural Language Processing) kami menyortir ribuan berita global secara real-time dan langsung melabeli sentimennya (Bullish / Bearish / Neutral).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914400"/>
            <a:ext cx="4114800" cy="3200400"/>
          </a:xfrm>
          <a:prstGeom prst="rect">
            <a:avLst/>
          </a:prstGeom>
          <a:solidFill>
            <a:srgbClr val="1A1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22860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0BF"/>
                </a:solidFill>
              </a:rPr>
              <a:t>[ GAMBAR 8: News Intelligence Sentiment 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BISNIS &amp; UNIT EKONOMI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0BF"/>
                </a:solidFill>
              </a:rPr>
              <a:t>Model: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Freemium B2C SaaS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0BF"/>
                </a:solidFill>
              </a:rPr>
              <a:t>SAM (Investor Aktif):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4.000.000 Pengguna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0BF"/>
                </a:solidFill>
              </a:rPr>
              <a:t>Target Konversi (1%):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40.000 Pengguna Berbayar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0BF"/>
                </a:solidFill>
              </a:rPr>
              <a:t>Harga Pro Tier: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Rp 99.000 / bulan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B0BF"/>
                </a:solidFill>
              </a:rPr>
              <a:t>Proyeksi ARR: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Rp 47.5 Miliar (Gross Margin 85%)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MOAT &amp; PERSAINGAN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B26B"/>
                </a:solidFill>
              </a:rPr>
              <a:t>1. Nol Konflik Kepentingan: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Kami tidak meraup untung dari volume trading pengguna.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B26B"/>
                </a:solidFill>
              </a:rPr>
              <a:t>2. Retensi 'Decision Journal':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Mencatat tesis logis sebelum membeli saham. Retensi DAU sangat tinggi.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B26B"/>
                </a:solidFill>
              </a:rPr>
              <a:t>3. Psikologi Desain: </a:t>
            </a:r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Bukan membujuk pemula, kami menargetkan uang serius lewat UI yang kaku dan objektif.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PENAWARAN (THE ASK)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BFBA"/>
                </a:solidFill>
              </a:rPr>
              <a:t>Targeting: Rp 2.4 Miliar ($150,000) Pre-Seed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• 50% Engineering: Akses API data pasar riil &amp; operasional LLM.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• 30% Growth: Kemitraan eksklusif KOL &amp; akuisisi B2B2C.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F2F7"/>
                </a:solidFill>
              </a:rPr>
              <a:t>• 20% Legal Ops: Izin PSE &amp; legalitas korporasi (PT).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B26B"/>
                </a:solidFill>
              </a:rPr>
              <a:t>GOAL: 5.000 Pengguna Berbayar (ARR Rp 6 Miliar) di Bulan ke-12.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F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2026-08-03T17:46:43Z</dcterms:created>
  <dcterms:modified xsi:type="dcterms:W3CDTF">2026-08-03T17:46:43Z</dcterms:modified>
</cp:coreProperties>
</file>