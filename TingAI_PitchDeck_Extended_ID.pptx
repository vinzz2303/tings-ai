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TING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&amp; WEALTH INTELLIGENCE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SaaS untuk HNW &amp; Ritel Serius.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Anti-gamifikasi. Murni analitik.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REALITA PASAR (THE PROBLEM)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7"/>
                </a:solidFill>
              </a:rPr>
              <a:t>Data (2024): 12.1 Juta investor ritel di Indonesia.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1. Information Overload: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Investor dibanjiri rumor grup Telegram/WhatsApp, tanpa filter makro-ekonomi yang jelas.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2. Keputusan Emosional: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90% investor ritel rugi karena UI aplikasi broker dirancang layaknya game, memicu impulse buying &amp; overtrading.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3. Kesenjangan Alat: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Bloomberg Terminal berharga Rp 380 Jt/tahun. Ritel hanya dibekali chart kosong.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SOLUSI: TING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Menghadirkan intelijen kelas institusi ke saku investor ritel.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Proactive AI (Komando Pagi):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Bukan sekadar data. AI kami mencerna ratusan titik data makro menjadi instruksi taktis (actionable) setiap harinya.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Industrial Brutalist UI (Anti-Slop):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Desain gelap, kaku, dan monospace. Sengaja didesain untuk memaksa ketenangan logis, membuang euforia emosional.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 &amp; TRAKSI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Telah Tayang (Live MVP): app.tingsai.my.id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Simulator Risiko (Real-time): Kalkulasi kerugian instan jika indeks turun -5% / -10%.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Sistem Pengenalan Eksposur Aset: Pembacaan otomatis konsentrasi portofolio.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Jurnal Keputusan (Decision Journal): Memastikan setiap pembelian memiliki tesis tertulis.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</a:rPr>
              <a:t>Traksi Teknologi: Dibangun dengan arsitektur Edge modern (Next.js), latency sub-100ms, terintegrasi dengan LLM &amp; Market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POTENSI PASAR (MARKET SIZING)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0BF"/>
                </a:solidFill>
              </a:rPr>
              <a:t>Fokus pada segmen yang haus akan rasionalitas.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TAM (Total Addressable Market):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12,1 Juta Investor Pasar Modal Indonesia.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SAM (Serviceable Available Market):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4.000.000 Investor aktif yang mengelola saham secara mandiri.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SOM (Serviceable Obtainable Market):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100.000 Investor berduit (High Net Worth / Ritel Serius) yang bersedia membayar untuk 'ketenangan tidur'.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BISNIS &amp; UNIT EKONOMI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Model: B2C SaaS (Freemium -&gt; Pro Gate)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Biaya Langganan TING AI PRO: Rp 99.000 / bulan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Target Konversi Realistis: 1% dari SAM (40.000 Pengguna)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Potensi ARR (Pendapatan Berulang Tahunan): Rp 47.5 Miliar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Gross Margin: 85%+ (Optimalisasi caching API market data secara agregat).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0BF"/>
                </a:solidFill>
              </a:rPr>
              <a:t>Cara Kami Mengakuisisi Pengguna Baru Secara Murah: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1. Edukator Finansial (B2B2C):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Bekerja sama dengan KOL yang lelah mengajarkan hal dasar. Mereka akan merekomendasikan Ting AI sebagai alat praktik audiensnya.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2. Cult Following (Komunitas Brutalist):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Memasarkan diri sebagai 'Anti-Broker'. Sebuah gerakan bawah tanah bagi investor yang benci dengan tampilan aplikasi saham yang kekanak-kanakan.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3. 'Komando Pagi' SEO &amp; Newsletter: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Membagikan cuplikan rangkuman makro harian ke publik untuk memicu viralitas organik.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PETA PERSAINGAN &amp; MOAT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0BF"/>
                </a:solidFill>
              </a:rPr>
              <a:t>Mengapa kita kebal dari kompetisi aplikasi sekuritas besar?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1. Tidak Ada Konflik Kepentingan: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Aplikasi broker mendapat uang (fee) jika pengguna TERUS BERTARUNG (trading). Kami mendapat uang jika pengguna TETAP HIDUP dan tenang (langganan bulanan).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2. Retensi Psikologis Ekstrem: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Integrasi fitur 'Decision Journal' membuat pengguna enggan pindah, karena seluruh sejarah rasionalitas mereka tertanam di Ting AI.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3. Kategori Baru (WealthTech vs TradeTech):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Kami tidak bersaing sebagai alat beli-jual. Kami adalah alat intelijen pelindung aset pendamping mereka.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 (WHY US?)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FBA"/>
                </a:solidFill>
              </a:rPr>
              <a:t>Faturachman Al Kahfi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0BF"/>
                </a:solidFill>
              </a:rPr>
              <a:t>Founder &amp; Lead Builder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Memiliki kapabilitas rekayasa (engineering) Full-Stack mendalam. Mampu membangun sistem AI dan arsitektur Edge skala institusi seorang diri secara efisien.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Memahami lanskap UI/UX modern, mendobrak pola desain tradisional dengan estetika 'Industrial Brutalism' untuk mengendalikan bias psikologi pasar.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FBA"/>
                </a:solidFill>
              </a:rPr>
              <a:t>Kecepatan Eksekusi (Velocity): Produk berhasil mencapai tahap Live MVP dalam kurun waktu yang memakan biaya miliaran di korporasi tradisional.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PENAWARAN (THE ASK) &amp;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FBA"/>
                </a:solidFill>
              </a:rPr>
              <a:t>Targeting: Rp 2.4 Miliar ($150,000) Pre-Seed (Runway 18 Bulan)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Alokasi 12 Bulan ke Depan: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• 50% Engineering: Pembayaran lisensi real-time data feeds, fine-tuning LLM skala besar.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• 30% Growth: Kemitraan eksklusif KOL &amp; peluncuran program Beta publik.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• 20% Legal Ops: Izin PSE, legalitas korporasi (PT).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METRIK TARGET: 5.000 Pengguna Berbayar (ARR Rp 6 Miliar) di Bulan ke-12.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2026-08-03T15:10:04Z</dcterms:created>
  <dcterms:modified xsi:type="dcterms:W3CDTF">2026-08-03T15:10:04Z</dcterms:modified>
</cp:coreProperties>
</file>