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&amp; WEALTH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SaaS for HNW &amp; Serious Retail.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Anti-gamification. Pure analytics.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</a:rPr>
              <a:t>Data (2024): 12.1M retail investors in ID.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Pain Point 1: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90% of retail investors lose money due to emotional trading and gamified broker UI (impulse buying).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Pain Point 2: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Information overload. High noise from Telegram/WhatsApp rumors, zero macro-economic context.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The Gap: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Bloomberg Terminal costs $24,000/year. Retail has $0 robust alternatives.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REALITY (TING AI)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Live &amp; Deployed: app.tingsai.my.id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1. Proactive Intelligence ('Komando Pagi'):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Parses hundreds of macro data points into a single actionable daily thesis.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2. Real-time Risk Simulator: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Stress-test portfolio against -5% or -10% market drawdowns instantly.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3. Industrial Brutalist UI: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Dark, rigid, monospace data structures. Forces logical reading over emotional gambling.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 &amp; 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Model: Freemium B2C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SAM (Active Investors):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4,000,000 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Target Conversion (1%):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40,000 Paying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Pro Tier Pricing: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99,000 / month ($6.50)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Projected ARR: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47.5 Billion ($3.1M)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Gross Margin: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85% (Optimized API caching &amp; Edge infrastructure)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MOAT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1. Zero Conflict of Interest: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We are NOT a broker. We do not profit from trading volume. Our AI's only goal is wealth preservation.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2. Stickiness via 'Decision Journal':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Users log investment thesis before buying. High DAU retention via daily 'Komando Pagi'.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3. Psychological Positioning: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While competitors target novice gamblers with colorful UI, we target serious money (Rp 50M+ portfolios).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FBA"/>
                </a:solidFill>
              </a:rPr>
              <a:t>Targeting: USD $150,000 (Rp 2.4 Billion) Pre-Seed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</a:rPr>
              <a:t>Runway: 18 Months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Use of Funds: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50% Engineering: LLM fine-tuning, real-time proprietary data feeds.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30% User Acquisition: KOL partnerships, B2B2C distribution via fin-educators.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20% Ops &amp; Legal: Corporate setup, licensing compliance (PSE).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GOAL: 5,000 Paying Users (Rp 6B ARR) by Month 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2026-08-03T14:11:58Z</dcterms:created>
  <dcterms:modified xsi:type="dcterms:W3CDTF">2026-08-03T14:11:58Z</dcterms:modified>
</cp:coreProperties>
</file>