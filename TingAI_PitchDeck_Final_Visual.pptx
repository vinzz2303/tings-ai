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TING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&amp; WEALTH INTELLIGENCE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SaaS untuk HNW &amp; Ritel Serius. Anti-gamifikasi. Murni analitik.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REALITA PASAR (THE PROBLEM)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</a:rPr>
              <a:t>Data (2024): 12.1 Juta investor ritel di Indonesia.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1. Information Overload: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Investor dibanjiri rumor tanpa filter makro-ekonomi yang jelas.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2. Keputusan Emosional: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90% investor ritel rugi karena UI aplikasi broker memicu impulse trading.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3. Kesenjangan Alat: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Bloomberg Terminal berharga Rp 380 Jt/tahun. Ritel hanya dibekali chart kosong.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SOLUSI: TING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FBA"/>
                </a:solidFill>
              </a:rPr>
              <a:t>Bukan memberi sinyal, tapi menyadarkan realita.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Ting AI dirancang sebagai teman diskusi (Thinking Partner) agar investor bisa membaca konteks pasar dan kelemahan portofolionya sendiri sebelum bertindak.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TEMPEL SCREENSHOT 1 DI SINI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(Gambar: Bukan memberi sinyal...)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KOMANDO PAGI &amp;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Proactive AI (Komando Pagi)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Mencerna ratusan titik data makro menjadi instruksi taktis harian. Desain Brutalist UI membuang euforia emosional dan memaksa ketenangan logis.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TEMPEL SCREENSHOT 2 DI SINI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(Gambar: Dashboard 'Today: conditions are calm')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PULSE &amp; EXPLORE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Konteks Makro Sekali Lirik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Pantau komoditas, kripto, saham AS, dan IHSG secara bersamaan. Pahami tekanan dan arus likuiditas sebelum masuk ke market.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TEMPEL SCREENSHOT 3 DI SINI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(Gambar: Explore Intelligence &amp; Market Pulse)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PROBABILITY SCENARIOS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Simulasi Probabilitas Matematis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Tidak menebak arah angin. AI kami menghitung skenario Bullish vs Bearish berdasarkan momentum dan historikal kuantitatif (1-2 minggu).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TEMPEL SCREENSHOT 4 DI SINI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(Gambar: AI Probability Scenarios)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COMMODITY WHALE RADAR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Membaca Posisi Institusi (COT)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Melacak aliran dana Hedge Fund vs Komersial. Memberikan investor ritel visibilitas institusional yang biasanya hanya ada di platform berbayar ribuan dolar.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TEMPEL SCREENSHOT 5 DI SINI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(Gambar: Commodity Whale Radar)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BISNIS &amp; UNIT EKONOMI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Model: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Freemium B2C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SAM (Investor Aktif):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4.000.000 Pengguna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Target Konversi (1%):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40.000 Pengguna Berbayar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Harga Pro Tier: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99.000 / bulan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Proyeksi ARR: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47.5 Miliar (Gross Margin 85%)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MOAT &amp; PERSAINGAN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1. Nol Konflik Kepentingan: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Kami tidak meraup untung dari volume trading pengguna.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2. Retensi 'Decision Journal':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Mencatat tesis logis sebelum membeli saham. Retensi DAU sangat tinggi.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3. Psikologi Desain: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Bukan membujuk pemula, kami menargetkan uang serius lewat UI yang kaku dan objektif.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PENAWARAN (THE ASK)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FBA"/>
                </a:solidFill>
              </a:rPr>
              <a:t>Targeting: Rp 2.4 Miliar ($150,000) Pre-Seed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50% Engineering: Akses API data pasar riil &amp; operasional LLM.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30% Growth: Kemitraan eksklusif KOL &amp; akuisisi B2B2C.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20% Legal Ops: Izin PSE &amp; legalitas korporasi (PT).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GOAL: 5.000 Pengguna Berbayar (ARR Rp 6 Miliar) di Bulan ke-12.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2026-08-03T17:40:47Z</dcterms:created>
  <dcterms:modified xsi:type="dcterms:W3CDTF">2026-08-03T17:40:47Z</dcterms:modified>
</cp:coreProperties>
</file>