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JAGAT: Autonomous Agentic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BFBA"/>
                </a:solidFill>
              </a:rPr>
              <a:t>Peta Jalan Menuju Super Intelligence (AGI) Nasional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3432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AB5"/>
                </a:solidFill>
              </a:rPr>
              <a:t>Presented to: BRIN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Visi JAGAT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Bukan Sekadar Chatbot: </a:t>
            </a:r>
            <a:pPr indent="0" marL="0">
              <a:buNone/>
            </a:pPr>
            <a:r>
              <a:rPr lang="en-US" sz="1800" dirty="0">
                <a:solidFill>
                  <a:srgbClr val="A0AAB5"/>
                </a:solidFill>
              </a:rPr>
              <a:t>JAGAT adalah 'Agentic Swarm'—sekumpulan AI yang bisa mengeksekusi perintah terminal, menganalisis file, dan berkolaborasi secara otonom.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Efisiensi Nasional: </a:t>
            </a:r>
            <a:pPr indent="0" marL="0">
              <a:buNone/>
            </a:pPr>
            <a:r>
              <a:rPr lang="en-US" sz="1800" dirty="0">
                <a:solidFill>
                  <a:srgbClr val="A0AAB5"/>
                </a:solidFill>
              </a:rPr>
              <a:t>Mencapai kapabilitas AGI tanpa perlu modal triliunan untuk training LLM dari nol, melainkan melalui orkestrasi Cognitive Loop.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Fase 1: Sistem Asisten Eksekutif Otonom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Dual-Engine Router: Routing pintar antara LLM cepat (Groq) dan LLM pemikir (Gemini 1.5 Pro).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Server Control: AI dapat membaca log server dan melakukan self-healing.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Integrasi Telegram: Komando instan dari mana saja.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Fase 2 &amp; 3: Agentic Swarm &amp; AGI-Level Reasoning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Multi-Agent Collaboration: Agen riset, agen eksekusi, dan agen validasi bekerja secara paralel.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Long-Term Memory: Vector Database (RAG) untuk ingatan jangka panjang dan konteks operasional nasional.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Resource Optimization: Mampu mensintesis pengetahuan riset BRIN secara otomatis.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Keamanan &amp; Implementasi (Blackbox Strategy)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Arsitektur Modular: BRIN dapat melihat alur kerja (Blueprint Konseptual), tetapi Source Code Inti tetap terenkripsi (Proprietary).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A0AAB5"/>
                </a:solidFill>
              </a:rPr>
              <a:t>On-Premise Ready: JAGAT dapat dideploy di server lokal BRIN untuk menjamin kedaulatan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2026-08-15T03:39:44Z</dcterms:created>
  <dcterms:modified xsi:type="dcterms:W3CDTF">2026-08-15T03:39:44Z</dcterms:modified>
</cp:coreProperties>
</file>